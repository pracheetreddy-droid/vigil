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NEXORA • THE VIBE-CODING CLUB (NITTE)</a:t>
            </a:r>
          </a:p>
          <a:p>
            <a:pPr algn="ctr">
              <a:defRPr sz="6400" b="1">
                <a:solidFill>
                  <a:srgbClr val="F4F4F5"/>
                </a:solidFill>
              </a:defRPr>
            </a:pPr>
            <a:r>
              <a:t>VIGIL</a:t>
            </a:r>
          </a:p>
          <a:p>
            <a:pPr algn="ctr">
              <a:defRPr sz="2000" b="1">
                <a:solidFill>
                  <a:srgbClr val="06B6D4"/>
                </a:solidFill>
              </a:defRPr>
            </a:pPr>
            <a:r>
              <a:t>ALWAYS AWARE. ALWAYS WITH YOU.</a:t>
            </a:r>
          </a:p>
          <a:p>
            <a:pPr algn="ctr">
              <a:defRPr sz="1400">
                <a:solidFill>
                  <a:srgbClr val="A1A1AA"/>
                </a:solidFill>
              </a:defRPr>
            </a:pPr>
            <a:r>
              <a:t>AI-Powered Tourist Safety &amp; Location Intelligence Platform</a:t>
            </a:r>
            <a:br/>
            <a:r>
              <a:t>Candidate: Pracheet | Track: Tourist Safety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NEXORA ROUND 2 • VIGIL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4F5"/>
                </a:solidFill>
              </a:defRPr>
            </a:pPr>
            <a:r>
              <a:t>1. PROBLEM STATEMENT — THE CHALLENGE IN TOURIST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1. Navigational Blindness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Tourists unfamiliar with local cities unknowingly wander into dimly lit side alleys and high-risk crime zones after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2. High Emergency Response Friction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When emergencies occur, travelers panic and struggle to transmit accurate GPS coordinates or cryptographic identity data to local police.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3. Authority Information Asymmetry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State law enforcement and emergency response centers lack predictive spatio-temporal risk models to deploy patrols before crime surges occur.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NEXORA ROUND 2 • VIGIL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4F5"/>
                </a:solidFill>
              </a:defRPr>
            </a:pPr>
            <a:r>
              <a:t>2. SOLUTION OVERVIEW — THE VIGIL SAFETY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PRODUCT VISION ARCHITECTURE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TOURIST ➔ LOCATION INTELLIGENCE ➔ AI RISK ANALYSIS ➔ EMERGENCY RESPONSE ➔ AUTHORITIES</a:t>
            </a:r>
          </a:p>
          <a:p>
            <a:br/>
            <a:pPr>
              <a:defRPr sz="1500" b="1">
                <a:solidFill>
                  <a:srgbClr val="F4F4F5"/>
                </a:solidFill>
              </a:defRPr>
            </a:pPr>
            <a:r>
              <a:t>• Tourist Safety Suite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Equips travelers with real-time sector risk heatmaps, transparent 0-100 safety scoring, QR digital identity, and 1-touch SOS.</a:t>
            </a:r>
          </a:p>
          <a:p>
            <a:br/>
            <a:pPr>
              <a:defRPr sz="1500" b="1">
                <a:solidFill>
                  <a:srgbClr val="F4F4F5"/>
                </a:solidFill>
              </a:defRPr>
            </a:pPr>
            <a:r>
              <a:t>• VIGIL SafeRoute Navigation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Optimizes journey paths by balancing transit duration against crime heatmaps &amp; CCTV lighting corridors.</a:t>
            </a:r>
          </a:p>
          <a:p>
            <a:br/>
            <a:pPr>
              <a:defRPr sz="1500" b="1">
                <a:solidFill>
                  <a:srgbClr val="F4F4F5"/>
                </a:solidFill>
              </a:defRPr>
            </a:pPr>
            <a:r>
              <a:t>• VIGIL COMMAND Authority Portal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Enables law enforcement to monitor live SOS queues, inspect verified tourist credentials, and triage incidents.</a:t>
            </a:r>
          </a:p>
          <a:p>
            <a:br/>
            <a:pPr>
              <a:defRPr sz="1500" b="1">
                <a:solidFill>
                  <a:srgbClr val="F4F4F5"/>
                </a:solidFill>
              </a:defRPr>
            </a:pPr>
            <a:r>
              <a:t>• AI Hotspot Intelligence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Predicts emerging crime hotspots (+34% surge analysis) and recommends targeted patrol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NEXORA ROUND 2 • VIGIL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4F5"/>
                </a:solidFill>
              </a:defRPr>
            </a:pPr>
            <a:r>
              <a:t>3. CORE FEATURES &amp;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Interactive Safety Map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Dark tactical Leaflet canvas showing 🟢 Low, 🟡 Moderate, 🔴 High risk sectors and clickable incident drawers.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VIGIL Safety Index (87/100)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Transparent scoring engine factoring incident density (18%), emergency access (92%), recent activity (12%), and time risk (20%).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QR Digital Tourist ID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Cryptographic QR identity card (/id &amp; /verify/VG-284921) verified by Karnataka Tourism Authority.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02336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1-Touch SOS Workflow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3-second countdown hold preventing accidental triggers, broadcasting live GPS telemetry to Authority Command.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NEXORA ROUND 2 • VIGIL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4F5"/>
                </a:solidFill>
              </a:defRPr>
            </a:pPr>
            <a:r>
              <a:t>4. AI &amp; SMART FEATURES — 3 KEY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1. VIGIL AI Safety Copilot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Context-aware AI assistant understanding live GPS position, safety index, and hospital distances. Outputs structured risk advice.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2. SafeRoute Routing Engine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Safety-aware navigation engine comparing Fastest (18m/48), Balanced (21m/71), and Safest (24m/94 - avoiding 2 risk zones).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3. AI Hotspot Intelligence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Predictive spatio-temporal cluster analysis detecting +34% incident spikes and recommending mobile patrol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NEXORA ROUND 2 • VIGIL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4F5"/>
                </a:solidFill>
              </a:defRPr>
            </a:pPr>
            <a:r>
              <a:t>5. AUTHORITY OPERATIONS — VIGIL COMMAND (/AUTHORITY)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10B981"/>
                </a:solidFill>
              </a:defRPr>
            </a:pPr>
            <a:r>
              <a:t>• Real-Time Metrics Overview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Tracks 03 Active SOS alerts, 27 Incidents, 1,284 Monitored Tourists, and 08 High-Risk Sectors.</a:t>
            </a:r>
          </a:p>
          <a:p>
            <a:pPr>
              <a:defRPr sz="1600" b="1">
                <a:solidFill>
                  <a:srgbClr val="EF4444"/>
                </a:solidFill>
              </a:defRPr>
            </a:pPr>
            <a:r>
              <a:t>• Active SOS Dispatch Queue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Allows emergency dispatchers to view live GPS coordinates, call tourists directly, or inspect verified credentials.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• Tourist Profile Inspector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Displays passport hash, emergency contacts, journey history, and last known check-in status.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• Recharts Analytics Suite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Visualizes 24-hour incident density trends, category distribution (Theft, Harassment), and average response time (4.2 mins).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NEXORA ROUND 2 • VIGIL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4F5"/>
                </a:solidFill>
              </a:defRPr>
            </a:pPr>
            <a:r>
              <a:t>6. TECH STACK &amp; ENGINEERING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Frontend &amp; Framework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Next.js 14 (App Router), React 18, TypeScript, Tailwind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Design System &amp; UI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Dark Cybersecurity Theme, Glassmorphism backdrop-blur, Framer Motion, Lucide Icons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Data &amp; Visualization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Recharts (Analytics), Leaflet (Dark Geospatial Canvas), qrcode.react (QR Identity)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931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AI &amp; Web Audio API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Gemini 1.5 Flash API + Local Contextual AI Engine Fallback, Procedural Audio Synth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NEXORA ROUND 2 • VIGIL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4F5"/>
                </a:solidFill>
              </a:defRPr>
            </a:pPr>
            <a:r>
              <a:t>7. PRODUCT DIFFERENTIATORS — WHY VIGIL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6B6D4"/>
                </a:solidFill>
              </a:defRPr>
            </a:pPr>
            <a:r>
              <a:t>• Zero-Dependency Demo Mode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Runs 100% locally without requiring external API keys or Mapbox/Supabase infrastructure.</a:t>
            </a:r>
          </a:p>
          <a:p>
            <a:pPr>
              <a:defRPr sz="1500" b="1">
                <a:solidFill>
                  <a:srgbClr val="06B6D4"/>
                </a:solidFill>
              </a:defRPr>
            </a:pPr>
            <a:r>
              <a:t>• Recruiter Fast-Track Mode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Includes an on-screen Nexora requirement audit checklist and 1-click feature teleport links.</a:t>
            </a:r>
          </a:p>
          <a:p>
            <a:pPr>
              <a:defRPr sz="1500" b="1">
                <a:solidFill>
                  <a:srgbClr val="06B6D4"/>
                </a:solidFill>
              </a:defRPr>
            </a:pPr>
            <a:r>
              <a:t>• Procedural Sound Synth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Uses Web Audio API to synthesize real-time radar sonar pings, AI tones, and SOS alarms.</a:t>
            </a:r>
          </a:p>
          <a:p>
            <a:pPr>
              <a:defRPr sz="1500" b="1">
                <a:solidFill>
                  <a:srgbClr val="06B6D4"/>
                </a:solidFill>
              </a:defRPr>
            </a:pPr>
            <a:r>
              <a:t>• Multilingual Safety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Supports English, Hindi, Kannada, Tamil, and Telugu for emergency alerts and safety guidelines.</a:t>
            </a:r>
          </a:p>
          <a:p>
            <a:pPr>
              <a:defRPr sz="1500" b="1">
                <a:solidFill>
                  <a:srgbClr val="06B6D4"/>
                </a:solidFill>
              </a:defRPr>
            </a:pPr>
            <a:r>
              <a:t>• Automated Check-In Escalation</a:t>
            </a:r>
          </a:p>
          <a:p>
            <a:pPr>
              <a:defRPr sz="1300">
                <a:solidFill>
                  <a:srgbClr val="A1A1AA"/>
                </a:solidFill>
              </a:defRPr>
            </a:pPr>
            <a:r>
              <a:t>15-minute countdown timer that automatically alerts Authority Command if missed.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NEXORA ROUND 2 • VIGIL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4F5"/>
                </a:solidFill>
              </a:defRPr>
            </a:pPr>
            <a:r>
              <a:t>8. GUIDED DEMO WALKTHROUGH — THE PRACHEET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F4F4F5"/>
                </a:solidFill>
              </a:defRPr>
            </a:pPr>
            <a:r>
              <a:t>1. Pracheet arrives in Bengaluru and generates Digital Tourist ID (/id).</a:t>
            </a:r>
          </a:p>
          <a:p>
            <a:pPr>
              <a:defRPr sz="1300">
                <a:solidFill>
                  <a:srgbClr val="F4F4F5"/>
                </a:solidFill>
              </a:defRPr>
            </a:pPr>
            <a:r>
              <a:t>2. VIGIL detects location &amp; calculates 87/100 LOW RISK Safety Score (/dashboard).</a:t>
            </a:r>
          </a:p>
          <a:p>
            <a:pPr>
              <a:defRPr sz="1300">
                <a:solidFill>
                  <a:srgbClr val="F4F4F5"/>
                </a:solidFill>
              </a:defRPr>
            </a:pPr>
            <a:r>
              <a:t>3. Pracheet inspects MG Road (72 Moderate Risk) on Safety Map (/map).</a:t>
            </a:r>
          </a:p>
          <a:p>
            <a:pPr>
              <a:defRPr sz="1300">
                <a:solidFill>
                  <a:srgbClr val="F4F4F5"/>
                </a:solidFill>
              </a:defRPr>
            </a:pPr>
            <a:r>
              <a:t>4. Asks VIGIL AI: 'Is it safe to visit this area tonight?' (/copilot).</a:t>
            </a:r>
          </a:p>
          <a:p>
            <a:pPr>
              <a:defRPr sz="1300">
                <a:solidFill>
                  <a:srgbClr val="F4F4F5"/>
                </a:solidFill>
              </a:defRPr>
            </a:pPr>
            <a:r>
              <a:t>5. Selects SAFEST Route (24m, score 94) avoiding 2 risk zones (/saferoute).</a:t>
            </a:r>
          </a:p>
          <a:p>
            <a:pPr>
              <a:defRPr sz="1300">
                <a:solidFill>
                  <a:srgbClr val="F4F4F5"/>
                </a:solidFill>
              </a:defRPr>
            </a:pPr>
            <a:r>
              <a:t>6. Triggers SOS emergency (/sos) -&gt; VIGIL COMMAND receives alert (/authority).</a:t>
            </a:r>
          </a:p>
          <a:p>
            <a:pPr>
              <a:defRPr sz="1300">
                <a:solidFill>
                  <a:srgbClr val="F4F4F5"/>
                </a:solidFill>
              </a:defRPr>
            </a:pPr>
            <a:r>
              <a:t>7. AI Hotspot Intelligence detects +34% surge -&gt; Authority dispatches Patrol Unit #4.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NEXORA ROUND 2 • VIGIL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F4F5"/>
                </a:solidFill>
              </a:defRPr>
            </a:pPr>
            <a:r>
              <a:t>9. CONCLUSION &amp; SUBMISSION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366F1"/>
                </a:solidFill>
              </a:defRPr>
            </a:pPr>
            <a:r>
              <a:t>VIGIL</a:t>
            </a:r>
          </a:p>
          <a:p>
            <a:pPr algn="ctr">
              <a:defRPr sz="2000" b="1">
                <a:solidFill>
                  <a:srgbClr val="06B6D4"/>
                </a:solidFill>
              </a:defRPr>
            </a:pPr>
            <a:r>
              <a:t>Always aware. Always with you.</a:t>
            </a:r>
          </a:p>
          <a:p>
            <a:br/>
            <a:pPr algn="ctr">
              <a:defRPr sz="1400">
                <a:solidFill>
                  <a:srgbClr val="F4F4F5"/>
                </a:solidFill>
              </a:defRPr>
            </a:pPr>
            <a:r>
              <a:t>• GitHub Repository: https://github.com/your-username/vigil</a:t>
            </a:r>
            <a:br/>
            <a:r>
              <a:t>• Local Dev URL: http://localhost:3000</a:t>
            </a:r>
            <a:br/>
            <a:r>
              <a:t>• Built for Nexora: The Vibe-Coding Club (Round 2 Task)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